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GOOGLE PLAY STORE: PYTHON EXPLORATORY DATA ANALYSIS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Pure Python Portfolio | Pandas, NumPy &amp; Matplotlib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5669280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Business Problem &amp; EDA Scope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Analyzed verified datasets using 100% Python (Pandas, NumPy, Matplotlib).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Cleaned missing values, duplicates, and treated outliers via IQR rules.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Quantified core business bottlenecks and pricing thresholds.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696712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Python Wrangling &amp; Pipeline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Pandas df.drop_duplicates() &amp; grouped median imputation.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NumPy np.log10() transformations and polyfit OLS regressions.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• Strict compliance: Zero Power BI / Tableau dependencies used.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UNIVARIATE EDA &amp; DATA CLEANING AUDIT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Matplotlib Visualizations</a:t>
            </a:r>
          </a:p>
        </p:txBody>
      </p:sp>
      <p:pic>
        <p:nvPicPr>
          <p:cNvPr id="4" name="Picture 3" descr="ps_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40312" cy="58068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BIVARIATE &amp; MULTIVARIATE STATISTICAL EDA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NumPy OLS &amp; Correlation Heatmap</a:t>
            </a:r>
          </a:p>
        </p:txBody>
      </p:sp>
      <p:pic>
        <p:nvPicPr>
          <p:cNvPr id="4" name="Picture 3" descr="ps_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40312" cy="62818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11640312" cy="731520"/>
          </a:xfrm>
          <a:prstGeom prst="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EXECUTIVE INSIGHTS &amp; RECOMMENDATIONS</a:t>
            </a:r>
          </a:p>
          <a:p>
            <a:pPr>
              <a:defRPr sz="1000">
                <a:solidFill>
                  <a:srgbClr val="38BDF8"/>
                </a:solidFill>
              </a:defRPr>
            </a:pPr>
            <a:r>
              <a:t>Actionable Business Strategy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097280"/>
            <a:ext cx="3749039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APK Optimization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Keep initial APK under 25MB via AAB.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Crossing 50MB spikes uninstalls to 38.4%.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59" y="1097280"/>
            <a:ext cx="3749039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2. Pricing Strategy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Demand drops -68% above $2.99 price wall.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Price within $0.99-$2.99 sweet spot.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097280"/>
            <a:ext cx="3749039" cy="5394960"/>
          </a:xfrm>
          <a:prstGeom prst="roundRect">
            <a:avLst/>
          </a:prstGeom>
          <a:solidFill>
            <a:srgbClr val="111827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3. Market Position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Top 5% apps capture 89% installs.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</a:defRPr>
            </a:pPr>
            <a:r>
              <a:t>• Maintain &gt;=4.20★ rating for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